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SmartAttend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Intelligent Face Recognition Attendance System</a:t>
            </a:r>
          </a:p>
          <a:p>
            <a:r>
              <a:t>Automated Employee Attendance &amp; Payroll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✓ AI-powered attendance system using face recognition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✓ Automated employee login/logout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✓ Integrated payroll &amp; salary calculation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✓ Admin dashboard &amp; employee portal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✓ Real-time camera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✓ Multi-service architecture with separate databases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Manual attendance marking (time-consuming)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Proxy attendance (security issue)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Data entry errors in payroll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No real-time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Manual payroll calculations (error-prone)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Separated systems (attendance vs. payroll)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✓ Solution: Automated, Intelligent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📊 ATTENDANCE TRACKING: Real-time face recognition, automatic login/logout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💰 PAYROLL MANAGEMENT: Automatic salary calc, PF &amp; savings deductions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📹 CAMERA MANAGEMENT: Multiple camera support, health monitoring, recording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🎯 DUAL PORTALS: Admin dashboard + Employee self-service portal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🔐 SECURITY: JWT authentication, role-based access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📱 ACCESSIBILITY: Web-based, responsive design, easy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FRONTEND LAYER: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Admin Dashboard (React 19.2.4) → Port 3000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Employee Portal (React 19.2.5) → Port 3000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APPLICATION LAYER: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Admin Backend (Python Flask 3.0.3) → Port 5000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Employee Backend (Node.js Express 4.21.2) → Port 5001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DATA LAYER: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MySQL 8.0 (Admin System) → Port 3306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PostgreSQL (Employee Portal) → Port 5432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 - Backend &amp;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ADMIN BACKEND (Python):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Flask 3.0.3, Flask-CORS 4.0.1, Werkzeug 3.0.3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EMPLOYEE BACKEND (Node.js):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Express.js 4.21.2, JWT 9.0.2, bcryptjs 2.4.3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ML/AI &amp; COMPUTER VISION: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face-recognition 1.3.0 (ResNet-34 pre-trained model)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OpenCV 4.9.0.80 (Image processing)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NumPy 1.26.4 (Numerical operations)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DATA PROCESSING: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Pandas 2.2.2, OpenPyXL 3.1.2 (Excel export)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 - Frontend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FRONTEND (Admin &amp; Employee):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React 19.2.4/5, React Router DOM 7.13/7.14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Axios 1.13.6/1.15.2, React Scripts 5.0.1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CONTAINERIZATION &amp; DEVOPS: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Docker, Docker Compose 3.8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Volume management, Device mapping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SECURITY: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JWT (JSON Web Tokens), bcryptjs (Password hashing)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CORS middleware, Environment variables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TESTING: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pytest (Python), Jest + Testing Library (React)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Face Recognition Algorithm -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STEP 1: FACE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Input: Camera Frame/Image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Algorithm: CNN (Convolutional Neural Network) / HOG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Process: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Detect all faces in the image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Extract bounding box coordinates (top, right, bottom, left)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Output: Face locations in frame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Speed: ~100-200ms per frame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Face Recognition Algorithm -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STEP 2: FACE ENCODING (128-Dimensional Vector)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Input: Detected face region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Model: ResNet-34 (Deep Convolutional Neural Network)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Pre-trained on: Labeled Faces in the Wild (LFW) dataset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Process: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Convert face to 128-D numerical vector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Captures unique facial characteristics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Example: [0.234, -0.567, 0.891, ...]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Output: 128-dimensional embedding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Speed: ~50-100ms per 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Face Recognition Algorithm -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STEP 3: FACE COMPARISON &amp;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Input: New face encoding vs. Known encodings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Algorithm: Euclidean Distance + Threshold Comparison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Process: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Calculate distance between new encoding &amp; all known encodings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Find the minimum distance (most similar)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If distance &lt; 0.6 → MATCH FOUND 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Otherwise → Different person ✗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Output: Employee name (if matched)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Speed: &lt;10ms, Accuracy: 95%+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Attendance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REGISTRATION PHASE: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1. Admin captures employee photo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2. Face detection &amp; 128-D encoding generated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3. Encoding stored in database (face_encodings.pkl)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REAL-TIME ATTENDANCE: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1. Employee stands in front of camera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2. Face detected in video frame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3. Face encoding generated &amp; compared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4. If match found → Automatic login marked with timestamp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5. When employee leaves (5s timeout) → Automatic logout marked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6. Working duration calculated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ADMIN SEES: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Real-time video with face bounding boxes &amp; names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Currently present employee count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Payroll Calculation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CALCULATION STEPS: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1️⃣ Daily Rate = Monthly Salary ÷ Days in Month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2️⃣ Gross Pay = Daily Rate × Present Days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3️⃣ PF Deduction = Gross Pay × (PF% ÷ 100)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4️⃣ Savings Deduction = Gross Pay × (Savings% ÷ 100)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5️⃣ Total Deductions = PF + Savings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6️⃣ Net Pay = Gross Pay - Total Deductions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7️⃣ Worked Hours = Σ(logout_time - login_time) ÷ 3600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EXAMPLE: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Monthly Salary: ₹30,000 | Days in Month: 30 | Days Present: 25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Gross: ₹25,000 | PF (12%): ₹3,000 | Savings (10%): ₹2,500 | Net: ₹19,500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Database Schema - Admin (MySQL)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Users Table: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id, name, monthly_salary, pf_percent, savings_percent, created_at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Attendance Table: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id, user_id, login_time, logout_time, created_at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Payroll_Payouts Table: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id, user_id, payroll_year, payroll_month, payout_status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paid_at, payment_ref, notes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Camera_Sources Table: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id, name, source_type (usb/rtsp/http), source_value, is_active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Camera_Recordings Table: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id, camera_source_id, file_path, started_at, ended_at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duration_seconds, file_size_bytes, recording_status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Admin 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📊 ATTENDANCE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View real-time attendance with live video feed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Filter by date range | See currently present employees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📹 CAMERA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Add/remove camera sources (USB, RTSP, HTTP)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Activate cameras | View health status | Monitor live feed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💰 PAYROLL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Calculate monthly payroll | View salary breakdown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Mark salary as paid/pending | Export to Excel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👤 USER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Register new employees | Upload face photos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Set salary parameters | Manage profiles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Employee Portal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👤 PROFILE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View personal information | Update contact details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View employee code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📅 ATTENDANCE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View daily attendance records | Check present/absent days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Filter by date range | Download attendance report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💵 SALARY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View salary breakdown (gross, deductions, net)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Check deductions (PF, Savings)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Download salary slip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📢 EVENTS &amp; HOLIDAYS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View company events | Check holiday calendar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View event details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Deployment with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THREE MAIN SERVICES: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🗄️  db (MySQL Container)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Image: mysql:8.0 | Port: 3306 | Auto-initializes schema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🐍 backend (Python Flask)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Build: ./backend/Dockerfile | Port: 5000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Volumes: dataset, encodings | Device: /dev/video0 (camera)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⚛️  frontend (React)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Build: ./frontend/Dockerfile | Port: 3000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ONE-COMMAND STARTUP: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$ docker-compose 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ALL SERVICES START AUTOMATICALLY WITH PROPER DEPENDENCY ORDER!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API Endpoints - Admin (Flask, Port 5000)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AUTHENTICATION: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POST /api/login | POST /api/logout | GET /api/auth/verify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ATTENDANCE: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/attendance | GET /attendance/stats | GET /attendance/by-date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USERS: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/users | POST /users/register | PUT /users/&lt;id&gt; | DELETE /users/&lt;id&gt;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CAMERA: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/camera/sources | POST /camera/sources | GET /camera/status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POST /camera/activate/&lt;id&gt; | GET /video_feed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PAYROLL: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/payroll/summary | GET /payroll/export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POST /payroll/mark-paid | POST /payroll/mark-pending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API Endpoints - Employee (Express, Port 5001)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AUTHENTICATION: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POST /api/v1/auth/login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/api/v1/auth/verify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POST /api/v1/auth/logout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EMPLOYEE DATA: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/api/v1/me/profile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/api/v1/me/attendance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/api/v1/me/salary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/api/v1/me/events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GET /api/v1/me/holidays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SECURITY: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JWT-based authentication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bcryptjs password hashing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CORS-protected endpoints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🔐 AUTHENTICATION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JWT (JSON Web Tokens) for stateless auth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Session-based cookies | Token expiration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🔒 PASSWORD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bcryptjs hashing with salt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Secure comparison | No plaintext storage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🛡️  DATA PROTECTION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Environment variables (.env) for secrets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No hardcoded credentials | Secret key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🌐 CROSS-ORIGIN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CORS middleware | Whitelist allowed domains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🎥 CAMERA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Camera access control | Device enumeration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🗂️  DATABASE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SQL injection prevention | Parameter binding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⚡ FACE RECOGNITION SPEED: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Face Detection: 100-200ms | Face Encoding: 50-100ms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Face Comparison: &lt;10ms | Total: 150-310ms per frame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📊 ACCURACY: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Face Detection: 99.9% | Face Recognition: 95-98%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False Positive Rate: &lt;1% | False Negative: 2-3%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🖼️  VIDEO PROCESSING: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Resolution Optimization: 50% scaling = 4x faster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Frame Rate: 15-20 FPS | Optimized for real-time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💾 STORAGE: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Single Face Encoding: 500 bytes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1000 Employees: 500 KB | Database: 10-50 MB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⏱️  API RESPONSE TIME: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Login/Logout: &lt;50ms | Query: 100-200ms | Video Feed: Real-time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Poor lighting conditions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 ✓ Histogram equalization (OpenCV) + good lighting setup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Face recognition with masks/glasses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 ✓ Robust ML model (ResNet-34) + training with varied images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Multiple faces in frame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 ✓ Threshold-based distance comparison + confidence scoring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Camera device access in Docker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 ✓ Device mapping (/dev/video0) + Docker --devices flag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Database consistency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 ✓ Foreign keys + cascading deletes + SQL constraints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❌ Real-time processing speed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 ✓ Frame scaling (50%) + NumPy optimization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🚀 PHASE 2 - ML ENHANCEMENTS: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Liveness detection (prevent spoofing)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Multi-face recognition accuracy | Emotion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🚀 PHASE 3 - NEW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Mobile app | Leave management | Performance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Attendance forecasting | Geolocation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🚀 PHASE 4 - INFRASTRUCTURE: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Cloud deployment (AWS/GCP/Azure)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High-availability (load balancing) | Advanced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🚀 PHASE 5 - ANALYTICS: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Advanced dashboards | Predictive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Business intelligence integration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Advantages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FOR ORGANIZATION: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Eliminate proxy attendance | Accurate payroll | Real-time visibility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Reduce manual errors | Cost savings | Better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FOR EMPLOYEES: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No manual marking needed | Accurate records | Transparent salary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Self-service portal | Easy information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FOR IT TEAM: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Modular architecture | Scalable design | Easy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Well-documented APIs | Open-source technologies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COST REDUCTION: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10+ hours/month saved on data entry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Payroll automation: 2-3 hours/month saved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Hardware efficient: Single camera solution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UNIT TESTING (pytest, Jest):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Service layer tests, Utility functions, Algorithm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INTEGRATION TESTING: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API endpoint testing, Database operations, Service interaction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SMOKE TESTING: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Basic functionality, Health checks, Connectivity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PERFORMANCE TESTING: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Face recognition speed, API response times, Memory usage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SECURITY TESTING: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Password hashing, JWT validation, CORS config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✅ USER ACCEPTANCE TESTING (UAT):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Admin workflow, Employee features, Camera integration, Accuracy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Quick Start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PREREQUISITES: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Docker Desktop | Python 3.x (optional) | Node.js (optional)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USB Camera for face recognition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SETUP STEPS: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1. Clone Repository: git clone &lt;repo-url&gt;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2. Configure: cp backend/.env.example backend/.env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3. Start: docker-compose 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4. Access: http://localhost:3000 (Admin)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DEFAULT CREDENTIALS: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Admin: username=admin, password=admin123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Employee: code=EMP1001, password=Emp@12345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MySQL: user=attendance_user, password=attendance_pass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✨ SmartAttend successfully integrates: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Machine Learning (Face Recognition)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Data Analytics (Payroll Calculation)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Microservices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• Containerization &amp; DevOps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KEY ACHIEVEMENTS: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Fully automated attendance (95%+ accuracy)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Integrated payroll system | Scalable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  ✓ Dual portals (Admin &amp; Employee) | Enterprise-ready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